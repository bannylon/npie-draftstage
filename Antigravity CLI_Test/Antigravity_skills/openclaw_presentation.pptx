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OpenClaw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</a:rPr>
              <a:t>The Revolutionary Autonomous AI 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Redefining Automation through Open Source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is OpenClaw?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A free and open-source autonomous AI agent.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Designed to execute complex tasks via LLMs (Claude, DeepSeek, GPT).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761"/>
                </a:solidFill>
              </a:rPr>
              <a:t>Uses messaging platforms (Signal, Telegram, Discord, WhatsApp) as a primary interface.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0" y="1371600"/>
            <a:ext cx="2286000" cy="7315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371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USER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086600" y="2103120"/>
            <a:ext cx="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0" y="2560320"/>
            <a:ext cx="2286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2560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OpenClaw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086600" y="3291840"/>
            <a:ext cx="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0" y="3749040"/>
            <a:ext cx="2286000" cy="73152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749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1E2761"/>
                </a:solidFill>
              </a:rPr>
              <a:t>SUCCESS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Built for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Autonomous Workflows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Plans and executes multi-step processes independently without constant supervision.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9144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Deep System Access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Interacts directly with files, APIs, applications, and local system tools.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74720"/>
            <a:ext cx="9144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Adaptive Problem Solving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Solves novel technical problems in ways not explicitly programmed (Emergent Ability).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Local-First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Privacy Centric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Configuration data and interaction history are stored strictly locally.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Local Environment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Runs within the user's controlled environment for maximum safety.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Transparency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Open-source codebase allows for thorough security auditing and community trust.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2011680" cy="2011680"/>
          </a:xfrm>
          <a:prstGeom prst="ellipse">
            <a:avLst/>
          </a:prstGeom>
          <a:solidFill>
            <a:srgbClr val="CADCFC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1371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SECURE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Open Source &amp; Future-Proof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Technologies &amp; Platforms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TypeScript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Swift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SDL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66560" y="1828800"/>
            <a:ext cx="18288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Rust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macOS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0" y="3200400"/>
            <a:ext cx="18288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Linux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18288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Windows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3200400"/>
            <a:ext cx="18288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200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Mobile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</a:rPr>
              <a:t>Join the Autonomous Future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Empowering users with personal AI assistants that actually work.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github.com/openclaw/openclaw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Presentation</dc:title>
  <dc:subject>PptxGenJS Presentation</dc:subject>
  <dc:creator>Antigravity AI Assistant</dc:creator>
  <cp:lastModifiedBy>Antigravity AI Assistant</cp:lastModifiedBy>
  <cp:revision>1</cp:revision>
  <dcterms:created xsi:type="dcterms:W3CDTF">2026-03-06T07:57:39Z</dcterms:created>
  <dcterms:modified xsi:type="dcterms:W3CDTF">2026-03-06T07:57:39Z</dcterms:modified>
</cp:coreProperties>
</file>